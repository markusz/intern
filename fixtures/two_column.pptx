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Two Column</a:t>
            </a:r>
          </a:p>
        </p:txBody>
      </p:sp>
      <p:sp>
        <p:nvSpPr>
          <p:cNvPr id="10" name="Shape 10"/>
          <p:cNvSpPr/>
          <p:nvPr/>
        </p:nvSpPr>
        <p:spPr>
          <a:xfrm>
            <a:off x="457200" y="457200"/>
            <a:ext cx="3200000" cy="9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4910" dirty="0" smtClean="0">
                <a:solidFill>
                  <a:srgbClr val="000000"/>
                </a:solidFill>
              </a:rPr>
              <a:t>L1</a:t>
            </a:r>
          </a:p>
        </p:txBody>
      </p:sp>
      <p:sp>
        <p:nvSpPr>
          <p:cNvPr id="11" name="Shape 11"/>
          <p:cNvSpPr/>
          <p:nvPr/>
        </p:nvSpPr>
        <p:spPr>
          <a:xfrm>
            <a:off x="552450" y="1507200"/>
            <a:ext cx="3200000" cy="9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4910" dirty="0" smtClean="0">
                <a:solidFill>
                  <a:srgbClr val="000000"/>
                </a:solidFill>
              </a:rPr>
              <a:t>L2</a:t>
            </a:r>
          </a:p>
        </p:txBody>
      </p:sp>
      <p:sp>
        <p:nvSpPr>
          <p:cNvPr id="12" name="Shape 12"/>
          <p:cNvSpPr/>
          <p:nvPr/>
        </p:nvSpPr>
        <p:spPr>
          <a:xfrm>
            <a:off x="457200" y="2557200"/>
            <a:ext cx="3200000" cy="9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4910" dirty="0" smtClean="0">
                <a:solidFill>
                  <a:srgbClr val="000000"/>
                </a:solidFill>
              </a:rPr>
              <a:t>L3</a:t>
            </a:r>
          </a:p>
        </p:txBody>
      </p:sp>
      <p:sp>
        <p:nvSpPr>
          <p:cNvPr id="13" name="Shape 13"/>
          <p:cNvSpPr/>
          <p:nvPr/>
        </p:nvSpPr>
        <p:spPr>
          <a:xfrm>
            <a:off x="742950" y="3607200"/>
            <a:ext cx="3200000" cy="9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4910" dirty="0" smtClean="0">
                <a:solidFill>
                  <a:srgbClr val="000000"/>
                </a:solidFill>
              </a:rPr>
              <a:t>L4</a:t>
            </a:r>
          </a:p>
        </p:txBody>
      </p:sp>
      <p:sp>
        <p:nvSpPr>
          <p:cNvPr id="14" name="Shape 14"/>
          <p:cNvSpPr/>
          <p:nvPr/>
        </p:nvSpPr>
        <p:spPr>
          <a:xfrm>
            <a:off x="457200" y="4657200"/>
            <a:ext cx="3200000" cy="9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4910" dirty="0" smtClean="0">
                <a:solidFill>
                  <a:srgbClr val="000000"/>
                </a:solidFill>
              </a:rPr>
              <a:t>L5</a:t>
            </a:r>
          </a:p>
        </p:txBody>
      </p:sp>
      <p:sp>
        <p:nvSpPr>
          <p:cNvPr id="15" name="Shape 15"/>
          <p:cNvSpPr/>
          <p:nvPr/>
        </p:nvSpPr>
        <p:spPr>
          <a:xfrm>
            <a:off x="5029200" y="457200"/>
            <a:ext cx="3200000" cy="9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4910" dirty="0" smtClean="0">
                <a:solidFill>
                  <a:srgbClr val="000000"/>
                </a:solidFill>
              </a:rPr>
              <a:t>R1</a:t>
            </a:r>
          </a:p>
        </p:txBody>
      </p:sp>
      <p:sp>
        <p:nvSpPr>
          <p:cNvPr id="16" name="Shape 16"/>
          <p:cNvSpPr/>
          <p:nvPr/>
        </p:nvSpPr>
        <p:spPr>
          <a:xfrm>
            <a:off x="5029200" y="1507200"/>
            <a:ext cx="3200000" cy="9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4910" dirty="0" smtClean="0">
                <a:solidFill>
                  <a:srgbClr val="000000"/>
                </a:solidFill>
              </a:rPr>
              <a:t>R2</a:t>
            </a:r>
          </a:p>
        </p:txBody>
      </p:sp>
      <p:sp>
        <p:nvSpPr>
          <p:cNvPr id="17" name="Shape 17"/>
          <p:cNvSpPr/>
          <p:nvPr/>
        </p:nvSpPr>
        <p:spPr>
          <a:xfrm>
            <a:off x="5029200" y="2557200"/>
            <a:ext cx="3200000" cy="9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4910" dirty="0" smtClean="0">
                <a:solidFill>
                  <a:srgbClr val="000000"/>
                </a:solidFill>
              </a:rPr>
              <a:t>R3</a:t>
            </a:r>
          </a:p>
        </p:txBody>
      </p:sp>
      <p:sp>
        <p:nvSpPr>
          <p:cNvPr id="18" name="Shape 18"/>
          <p:cNvSpPr/>
          <p:nvPr/>
        </p:nvSpPr>
        <p:spPr>
          <a:xfrm>
            <a:off x="5029200" y="3607200"/>
            <a:ext cx="3200000" cy="9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4910" dirty="0" smtClean="0">
                <a:solidFill>
                  <a:srgbClr val="000000"/>
                </a:solidFill>
              </a:rPr>
              <a:t>R4</a:t>
            </a:r>
          </a:p>
        </p:txBody>
      </p:sp>
      <p:sp>
        <p:nvSpPr>
          <p:cNvPr id="19" name="Shape 19"/>
          <p:cNvSpPr/>
          <p:nvPr/>
        </p:nvSpPr>
        <p:spPr>
          <a:xfrm>
            <a:off x="5029200" y="4657200"/>
            <a:ext cx="3200000" cy="9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4910" dirty="0" smtClean="0">
                <a:solidFill>
                  <a:srgbClr val="000000"/>
                </a:solidFill>
              </a:rPr>
              <a:t>R5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pptx-rs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Column</dc:title>
  <dc:creator>pptx-rs</dc:creator>
  <cp:lastModifiedBy>pptx-rs</cp:lastModifiedBy>
  <cp:revision>1</cp:revision>
  <dcterms:created xsi:type="dcterms:W3CDTF">2026-05-13T14:32:18Z</dcterms:created>
  <dcterms:modified xsi:type="dcterms:W3CDTF">2026-05-13T14:32:18Z</dcterms:modified>
</cp:coreProperties>
</file>