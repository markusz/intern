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1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000"/>
            <a:ext cx="3800000" cy="4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Left</a:t>
            </a:r>
          </a:p>
        </p:txBody>
      </p:sp>
      <p:sp>
        <p:nvSpPr>
          <p:cNvPr id="11" name="Shape 11"/>
          <p:cNvSpPr/>
          <p:nvPr/>
        </p:nvSpPr>
        <p:spPr>
          <a:xfrm>
            <a:off x="4886800" y="1600000"/>
            <a:ext cx="3800000" cy="4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Right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2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000"/>
            <a:ext cx="3800000" cy="4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Left</a:t>
            </a:r>
          </a:p>
        </p:txBody>
      </p:sp>
      <p:sp>
        <p:nvSpPr>
          <p:cNvPr id="11" name="Shape 11"/>
          <p:cNvSpPr/>
          <p:nvPr/>
        </p:nvSpPr>
        <p:spPr>
          <a:xfrm>
            <a:off x="4886800" y="1600000"/>
            <a:ext cx="3800000" cy="4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Right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Slide 3</a:t>
            </a:r>
          </a:p>
        </p:txBody>
      </p:sp>
      <p:sp>
        <p:nvSpPr>
          <p:cNvPr id="10" name="Shape 10"/>
          <p:cNvSpPr/>
          <p:nvPr/>
        </p:nvSpPr>
        <p:spPr>
          <a:xfrm>
            <a:off x="457200" y="1600000"/>
            <a:ext cx="3800000" cy="4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Left</a:t>
            </a:r>
          </a:p>
        </p:txBody>
      </p:sp>
      <p:sp>
        <p:nvSpPr>
          <p:cNvPr id="11" name="Shape 11"/>
          <p:cNvSpPr/>
          <p:nvPr/>
        </p:nvSpPr>
        <p:spPr>
          <a:xfrm>
            <a:off x="4886800" y="1600000"/>
            <a:ext cx="3800000" cy="4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Deck</dc:title>
  <dc:creator>pptx-rs</dc:creator>
  <cp:lastModifiedBy>pptx-rs</cp:lastModifiedBy>
  <cp:revision>1</cp:revision>
  <dcterms:created xsi:type="dcterms:W3CDTF">2026-05-19T06:52:19Z</dcterms:created>
  <dcterms:modified xsi:type="dcterms:W3CDTF">2026-05-19T06:52:19Z</dcterms:modified>
</cp:coreProperties>
</file>