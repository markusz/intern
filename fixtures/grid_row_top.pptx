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Grid Row</a:t>
            </a:r>
          </a:p>
        </p:txBody>
      </p:sp>
      <p:sp>
        <p:nvSpPr>
          <p:cNvPr id="10" name="Shape 10"/>
          <p:cNvSpPr/>
          <p:nvPr/>
        </p:nvSpPr>
        <p:spPr>
          <a:xfrm>
            <a:off x="3700000" y="800000"/>
            <a:ext cx="2000000" cy="2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A1</a:t>
            </a:r>
          </a:p>
        </p:txBody>
      </p:sp>
      <p:sp>
        <p:nvSpPr>
          <p:cNvPr id="11" name="Shape 11"/>
          <p:cNvSpPr/>
          <p:nvPr/>
        </p:nvSpPr>
        <p:spPr>
          <a:xfrm>
            <a:off x="6300000" y="900000"/>
            <a:ext cx="2000000" cy="2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A2</a:t>
            </a:r>
          </a:p>
        </p:txBody>
      </p:sp>
      <p:sp>
        <p:nvSpPr>
          <p:cNvPr id="12" name="Shape 12"/>
          <p:cNvSpPr/>
          <p:nvPr/>
        </p:nvSpPr>
        <p:spPr>
          <a:xfrm>
            <a:off x="3700000" y="3200000"/>
            <a:ext cx="2000000" cy="2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B1</a:t>
            </a:r>
          </a:p>
        </p:txBody>
      </p:sp>
      <p:sp>
        <p:nvSpPr>
          <p:cNvPr id="13" name="Shape 13"/>
          <p:cNvSpPr/>
          <p:nvPr/>
        </p:nvSpPr>
        <p:spPr>
          <a:xfrm>
            <a:off x="6300000" y="3200000"/>
            <a:ext cx="2000000" cy="2000000"/>
          </a:xfrm>
          <a:prstGeom prst="rect">
            <a:avLst/>
          </a:prstGeom>
        </p:spPr>
        <p:txBody>
          <a:bodyPr wrap="square" rtlCol="0" anchor="ctr" lIns="91440" tIns="45720" rIns="91440" bIns="45720">
            <a:normAutofit fontScale="100000" lnSpcReduction="0"/>
          </a:bodyPr>
          <a:lstStyle/>
          <a:p>
            <a:pPr algn="ctr" marL="0" marR="0" indent="0"/>
            <a:r>
              <a:rPr lang="en-US" sz="7200" dirty="0" smtClean="0">
                <a:solidFill>
                  <a:srgbClr val="000000"/>
                </a:solidFill>
              </a:rPr>
              <a:t>B2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 Row Top</dc:title>
  <dc:creator>pptx-rs</dc:creator>
  <cp:lastModifiedBy>pptx-rs</cp:lastModifiedBy>
  <cp:revision>1</cp:revision>
  <dcterms:created xsi:type="dcterms:W3CDTF">2026-05-13T14:32:18Z</dcterms:created>
  <dcterms:modified xsi:type="dcterms:W3CDTF">2026-05-13T14:32:18Z</dcterms:modified>
</cp:coreProperties>
</file>