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Grid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800000"/>
            <a:ext cx="2600000" cy="22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A1</a:t>
            </a:r>
          </a:p>
        </p:txBody>
      </p:sp>
      <p:sp>
        <p:nvSpPr>
          <p:cNvPr id="11" name="Shape 11"/>
          <p:cNvSpPr/>
          <p:nvPr/>
        </p:nvSpPr>
        <p:spPr>
          <a:xfrm>
            <a:off x="3328600" y="800000"/>
            <a:ext cx="2600000" cy="22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A2</a:t>
            </a:r>
          </a:p>
        </p:txBody>
      </p:sp>
      <p:sp>
        <p:nvSpPr>
          <p:cNvPr id="12" name="Shape 12"/>
          <p:cNvSpPr/>
          <p:nvPr/>
        </p:nvSpPr>
        <p:spPr>
          <a:xfrm>
            <a:off x="6200000" y="800000"/>
            <a:ext cx="2600000" cy="22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A3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3300000"/>
            <a:ext cx="2600000" cy="22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B1</a:t>
            </a:r>
          </a:p>
        </p:txBody>
      </p:sp>
      <p:sp>
        <p:nvSpPr>
          <p:cNvPr id="14" name="Shape 14"/>
          <p:cNvSpPr/>
          <p:nvPr/>
        </p:nvSpPr>
        <p:spPr>
          <a:xfrm>
            <a:off x="3566725" y="3300000"/>
            <a:ext cx="2600000" cy="22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B2</a:t>
            </a:r>
          </a:p>
        </p:txBody>
      </p:sp>
      <p:sp>
        <p:nvSpPr>
          <p:cNvPr id="15" name="Shape 15"/>
          <p:cNvSpPr/>
          <p:nvPr/>
        </p:nvSpPr>
        <p:spPr>
          <a:xfrm>
            <a:off x="6438125" y="3300000"/>
            <a:ext cx="2600000" cy="22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</dc:title>
  <dc:creator>pptx-rs</dc:creator>
  <cp:lastModifiedBy>pptx-rs</cp:lastModifiedBy>
  <cp:revision>1</cp:revision>
  <dcterms:created xsi:type="dcterms:W3CDTF">2026-05-13T14:29:17Z</dcterms:created>
  <dcterms:modified xsi:type="dcterms:W3CDTF">2026-05-13T14:29:17Z</dcterms:modified>
</cp:coreProperties>
</file>