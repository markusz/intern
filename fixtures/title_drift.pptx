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Slide 1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274638"/>
            <a:ext cx="8229600" cy="8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4225" dirty="0" smtClean="0">
                <a:solidFill>
                  <a:srgbClr val="000000"/>
                </a:solidFill>
              </a:rPr>
              <a:t>Title 1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400000"/>
            <a:ext cx="8229600" cy="45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Body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Slide 2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274638"/>
            <a:ext cx="8229600" cy="8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4225" dirty="0" smtClean="0">
                <a:solidFill>
                  <a:srgbClr val="000000"/>
                </a:solidFill>
              </a:rPr>
              <a:t>Title 2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400000"/>
            <a:ext cx="8229600" cy="45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Body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Slide 3 (drifted)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417513"/>
            <a:ext cx="8229600" cy="8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4225" dirty="0" smtClean="0">
                <a:solidFill>
                  <a:srgbClr val="000000"/>
                </a:solidFill>
              </a:rPr>
              <a:t>Title 3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400000"/>
            <a:ext cx="8229600" cy="45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Body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Slide 4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274638"/>
            <a:ext cx="8229600" cy="8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4225" dirty="0" smtClean="0">
                <a:solidFill>
                  <a:srgbClr val="000000"/>
                </a:solidFill>
              </a:rPr>
              <a:t>Title 4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400000"/>
            <a:ext cx="8229600" cy="45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Body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pptx-rs</Application>
  <PresentationFormat>On-screen Show (4:3)</PresentationFormat>
  <Paragraphs>0</Paragraphs>
  <Slides>4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title_drift</dc:title>
  <dc:creator>pptx-rs</dc:creator>
  <cp:lastModifiedBy>pptx-rs</cp:lastModifiedBy>
  <cp:revision>1</cp:revision>
  <dcterms:created xsi:type="dcterms:W3CDTF">2026-05-13T14:29:17Z</dcterms:created>
  <dcterms:modified xsi:type="dcterms:W3CDTF">2026-05-13T14:29:17Z</dcterms:modified>
</cp:coreProperties>
</file>